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6282C"/>
                </a:solidFill>
                <a:latin typeface="Pretendard"/>
                <a:ea typeface="Pretendard"/>
              </a:rPr>
              <a:t>AI가 답을 던지는 시대에 왜?를 묻는 개발자 이지우입니다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D9488"/>
                </a:solidFill>
                <a:latin typeface="Pretendard"/>
                <a:ea typeface="Pretendard"/>
              </a:rPr>
              <a:t>광운대학교 인공지능융합대학 정보융합학부 비주얼테크놀로지전공</a:t>
            </a:r>
          </a:p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GitHub https://github.com/dlwldn4824  ·  @due_study_archive</a:t>
            </a:r>
          </a:p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성적 → 연구 → 프로젝트 → 동아리 → 리더십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이 포트폴리오의 질문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답을 던지기 전에, 왜를 먼저 묻습니다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6282C"/>
                </a:solidFill>
                <a:latin typeface="Pretendard"/>
                <a:ea typeface="Pretendard"/>
              </a:rPr>
              <a:t>•  1. 성적 — 강점 중 하나이므로 자세히 보여줍니다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82C"/>
                </a:solidFill>
                <a:latin typeface="Pretendard"/>
                <a:ea typeface="Pretendard"/>
              </a:rPr>
              <a:t>•  2. 공부만 잘하는가? / 성적 따기 쉬웠나? → 연구형·문제검증(학연에 준하는 활동)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82C"/>
                </a:solidFill>
                <a:latin typeface="Pretendard"/>
                <a:ea typeface="Pretendard"/>
              </a:rPr>
              <a:t>•  3. 실력은? → 프로젝트 경험 (문제선택→검증→솔루션→지표→역할·스택)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82C"/>
                </a:solidFill>
                <a:latin typeface="Pretendard"/>
                <a:ea typeface="Pretendard"/>
              </a:rPr>
              <a:t>•  4. 인간성은? → 동아리 (노을 운영진, 창업 동아리)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6282C"/>
                </a:solidFill>
                <a:latin typeface="Pretendard"/>
                <a:ea typeface="Pretendard"/>
              </a:rPr>
              <a:t>•  5. 리더십은? → 팀장·운영진·멘토·외부 활동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1. 성적 — 꾸준함이 만든 숫자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광운대 정보융합 · 비주얼테크놀로지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82C"/>
                </a:solidFill>
                <a:latin typeface="Pretendard"/>
                <a:ea typeface="Pretendard"/>
              </a:rPr>
              <a:t>4.32 / 4.5</a:t>
            </a:r>
          </a:p>
          <a:p>
            <a:r>
              <a:rPr sz="1100" b="0">
                <a:solidFill>
                  <a:srgbClr val="5C636B"/>
                </a:solidFill>
                <a:latin typeface="Pretendard"/>
                <a:ea typeface="Pretendard"/>
              </a:rPr>
              <a:t>누적 GPA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23444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23444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82C"/>
                </a:solidFill>
                <a:latin typeface="Pretendard"/>
                <a:ea typeface="Pretendard"/>
              </a:rPr>
              <a:t>97.9</a:t>
            </a:r>
          </a:p>
          <a:p>
            <a:r>
              <a:rPr sz="1100" b="0">
                <a:solidFill>
                  <a:srgbClr val="5C636B"/>
                </a:solidFill>
                <a:latin typeface="Pretendard"/>
                <a:ea typeface="Pretendard"/>
              </a:rPr>
              <a:t>환산 점수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82C"/>
                </a:solidFill>
                <a:latin typeface="Pretendard"/>
                <a:ea typeface="Pretendard"/>
              </a:rPr>
              <a:t>101</a:t>
            </a:r>
          </a:p>
          <a:p>
            <a:r>
              <a:rPr sz="1100" b="0">
                <a:solidFill>
                  <a:srgbClr val="5C636B"/>
                </a:solidFill>
                <a:latin typeface="Pretendard"/>
                <a:ea typeface="Pretendard"/>
              </a:rPr>
              <a:t>취득 학점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23444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23444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6282C"/>
                </a:solidFill>
                <a:latin typeface="Pretendard"/>
                <a:ea typeface="Pretendard"/>
              </a:rPr>
              <a:t>2회 (24-2, 26-1)</a:t>
            </a:r>
          </a:p>
          <a:p>
            <a:r>
              <a:rPr sz="1100" b="0">
                <a:solidFill>
                  <a:srgbClr val="5C636B"/>
                </a:solidFill>
                <a:latin typeface="Pretendard"/>
                <a:ea typeface="Pretendard"/>
              </a:rPr>
              <a:t>만점 학기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60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학과 특성상 상위권 경쟁이 치열하고 성적장학금 쿼터가 제한적 — 만점에도 전액이 보장되지 않음(자소서)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성적은 ‘쉬워서’가 아니라 매 학기 실행 루프(수업·프로젝트·회고)의 부산물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강점 축: AI/ML · 데이터 · 프로그래밍 · UX/HCI 전 구간 A+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학기별 GPA &amp; 핵심 과목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성적증명서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2024-1  ·  GPA 3.83  —  프로그래밍입문·통계학입문 A+, 미적분학1 A0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2024-2  ·  GPA 4.50  —  AI와컴퓨팅사고·이산수학·대학영어 A+ (만점 학기)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2025-1  ·  GPA 4.41  —  빅데이터프로그래밍·AI수학·UX/UI·OOP A+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2025-2  ·  GPA 4.41  —  자료구조·정보디자인프로그래밍실습·HCI와UX평가 A+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2026-1  ·  GPA 4.50  —  오픈소스실습·기계학습·DB·텍스트마이닝·모바일로봇 A+ (만점 학기)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장학금 · 수상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학업 성취가 외부에서도 인정된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[장학금]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2024.09 성적우수 장학금 반액 2,236,000원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2025.06 / 2025.09 성적우수 장학금 (쿼터)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2025.12 성적우수 장학금 쿼터 1,148,250원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2026 호반장학생(이노베이션) 지원 — 인프라·인터뷰·교육 활용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[수상]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2024.05 글쓰기 대회 가작(산문) — 광운대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2024.09·12 창업 동아리 경진대회 장려상 — 광운대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2024.12 Dean’s List — 광운대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2025.05.29 매치업 심화과정 경진대회 우수상 — 광운대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2025.12 마이크로모듈 초급 SS급 — 지능형로봇사업단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2026.06.26 지능형 로봇 컨소시엄 대상 → Smart Icheon Care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2026 보조공학 장려상 → HOPE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2026.07.03 HUSS AI 경진대회 장려상 → HOPE (로컬 임팩트 표기 삭제)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2. 공부만 잘하는 거 아냐?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성적 따기 쉬웠던 거 아냐? → 연구형으로 답합니다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공식 학연생 임용 문서는 아직 미기재 — 아래는 문제검증·실험·ML 연구 산출물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HOPE: 뉴스·논문·공공데이터로 Pain을 계량화한 뒤 기능을 매핑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Mental Health Multi-Agent: Single LLM vs Multi-Agent+RAG 안전성 평가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디저트 소비 ML: 서울시 상권 5개년 실데이터로 모델 비교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공통 메시지: ‘답을 내기 전에 왜가 데이터인가’를 먼저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연구 · HOPE 문제 검증 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연구 설계·텍스트마이닝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왜: 조음음운장애 아동 언어재활에서 ‘가정 피드백 공백’이 실제 Pain인지 데이터로 검증하기 위해 선택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공공데이터·뉴스·논문 → TF-IDF / LDA / 공출현 네트워크로 Pain Point 도출 후 기능 매핑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재현 가능한 Python 파이프라인(수집→전처리→토픽→교차비교)과 synthesis 리포트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효과: 보조공학 장려상 + HUSS AI 경진대회 장려상의 문제 정의 근거. HUSS 로컬 임팩트 표기 미사용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문제 정의, 연구 설계, 텍스트마이닝, 근거 기반 제품 기획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Python, KoNLPy, TF-IDF, LDA, NetworkX, matplotlib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GitHub: https://github.com/dlwldn4824/HOPE_organization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연구 · Multi-Agent Mental Health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연구용 평가 프레임 · RAG/Eval 파트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왜: 단일 LLM 상담 응답의 증상·위험·안전 추론 품질을 객관적으로 비교할 필요가 있어 선택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MentalChat16K 기반, BERTScore/ROUGE·Judge·ChromaDB 공식 KB(NIMH/WHO/NICE)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Symptom→Risk→Safety→Consensus 다층 에이전트 + RAG 대비 Single LLM 벤치마크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효과: P/R/F1, high-risk recall, unsafe rate 등 실험 지표로 ‘안전한 AI’ 설계 근거 확보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연구 실험 설계, RAG, 안전성 평가, 멀티에이전트 오케스트레이션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Python, Ollama(qwen2.5:7b), ChromaDB, BERTScore/ROUGE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GitHub: https://github.com/dlwldn4824/TM-MultiLayer-MentalHealth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연구 · 디저트 소비 선호도 ML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데이터 분석·모델 비교 (기계학습)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왜: 인플레이션 환경에서 소비 변화는 ‘감’이 아니라 행정동 단위 데이터로 검증해야 한다고 판단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서울시 상권분석 서비스 5개년 · 카페·제과점 필터 · 행정동 단위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전처리→탐색→복수 ML 모델 학습·비교 파이프라인 (notebooks + src)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효과: 실데이터 기반 예측 모델 비교 경험. GPA 만점 학기(기계학습 A+)와 연결되는 실습 산출물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데이터 전처리, 모델 비교, 도메인 해석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Python, scikit-learn, pandas, Jupyter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GitHub: https://github.com/dlwldn4824/machine_learning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3. 실력은? → 프로젝트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Tier S / A / B — 경험 누락 없이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Tier S: HOPE · iM Ready / IM : Shield · Smart Icheon Care · 답변등기 (KB AI Challenge)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Tier A: WJVOX (YourVoice) · bandy (밴드 예약·공연 관리) · Band Setlist Recommender · Temi-Tell-Me / TEMI 스탬프 랠리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Tier B: PinTime · Cam-Kit · 환불원정대 (Refund Ranger) · 창의설계 / UMC / 기타 실습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각 프로젝트 슬라이드 구성: 왜 → 검증 → 솔루션 → 지표 → 역할·강점 → 스택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[S] HOPE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보조공학·HUSS AI 이중 장려상 · 아동 조음 AI 보조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치료실 ~2시간(주 1%) 대비 가정 166시간은 객관적 피드백이 거의 없는 구조적 공백. 보조공학(가정 재활 보조) + HUSS(사회문제×AI)로 동시에 설득되는 문제로 선택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뉴스·논문·공공데이터 TF-IDF/LDA/네트워크. Pain(비용·대기·가정피드백·일반화) 도출. HUSS 심사 후 최우수팀 인터뷰·기준 재분석. HUSS 로컬 임팩트 표기는 사용하지 않음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게임형 연습 + Speech Coach/PCC + 보호자 리포트. 치료사 대체가 아닌 가정 보조 도구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HOPE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https://github.com/dlwldn4824/HOPE_organization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① 보조공학 장려상 ② HUSS AI 경진대회 장려상(2026.07.03). 레포: github.com/dlwldn4824/HOPE_organization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팀장(정융고능팀) — UI/UX·게임 인터페이스·콘텐츠 총괄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리더십, 문제정의, 보조공학 UX, 연구→제품 번역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React, TypeScript, Vite, Tailwind v4, Node, Speech Coach API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이중 장려상 · 로컬 임팩트 미표기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[S] iM Ready / IM :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피싱 전 AI 백신 훈련 + 후 골든타임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2025 보이스피싱 피해 약 1조 2,578억. 차단 기술은 늘어도 피해는 늘고, 피해자 65.3%는 ‘판단할 틈 박탈’ — 예방·사후 공백을 메우기 위해 선택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금감원·경찰청·경기도 설문(1,195명) 등 사회통계·규제 프레임 검토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모의 피싱 훈련(행동로그만) + 골든타임(공식 절차 RAG/규칙엔진 우선) + 지연이체·가족공유 안내. 데모: im-ready-fawn.vercel.app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iM Ready / IM : Shield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https://github.com/ik-s/iM-Ready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예방(훈련)과 사후(골든타임)를 한 제품 내러티브로 연결. We are 개발자 피치덱 29p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프론트엔드 핵심 구현 (브랜치 이지우, 피싱백신·골든타임 플로우)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모바일 UX, 안전 설계(원본 미수집), 규제 감각, 스토리텔링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 19, Vite, TypeScript, Tailwind 4, Pretendard+Jua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실금융 기능 미연결 데모 — 안전 원칙 명시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[S] Smart Icheon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지능형 로봇 컨소시엄 대상 · 지자체 CV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불법 현수막 등 현장 순찰 한계. 공개 illegal/legal 2클래스 부재 → HITL로 행정 워크플로에 맞게 선택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AI Hub·공통테스트 1,892장. 2026 지능형 로봇 컨소시엄 창의융합캠프(후레쉬베리)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YOLO11s→Risk→클릭 OCR→공무원 CONFIRMED. VWorld GIS·주차·시민신고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Smart Icheon Care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https://github.com/dlwldn4824/smart_icheon_care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지능형 로봇 컨소시엄 대상(2026.06.26). val mAP50 0.510 / test F1 0.591 mAP50 0.439 / ~15.7 FPS. 레포: smart_icheon_care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주요 기여자 — 풀스택 + CV 파이프라인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CV/MLOps, 풀스택, 공공데이터, HITL 설계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Next.js 16, React 19, TS, Tailwind 4, Leaflet/VWorld, FastAPI, YOLO11s, ByteTrack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대상 수상 ↔ 이 레포 직결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[S] 답변등기 (KB AI Challenge)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은행 AI 상담 초안 문장단위 승인·봉인·발송 콘솔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AI 초안 위험 vs 전건 사람승인 부담. ‘승인≠발송’ 사고 위험을 구조적으로 막아야 한다고 판단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합성 240건 / 실상담 AI Hub 표본 / vitest 불변조건 60건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위험큐(1,248→깊게 볼 39건) + 정본대조 + 사유정합 + SHA256 digest/HMAC 봉인 + 등기 타임라인. 원칙: 되돌릴 수 있는 곳엔 AI, 없는 곳엔 결정론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답변등기 (KB AI Challenge)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https://github.com/dlwldn4824/kb_AI_challenge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게이트 차단·재생 100%. 큐 3.1%(39/1248). 합성 Recall@39 81.3%→실상담 25.0%(정직하게 격차 공개)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팀 삼삼오오 — UI/디자인 폴리시·구현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신뢰성 엔지니어링, 브랜드 UI, 평가 정직성, WebCrypto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Next.js, Vitest, WebCrypto, KB Yellow #FFCC00, Pretendard, GFC Red Spirit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데모 https://dlwldn4824.github.io/kb_AI_challenge/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[A] WJVOX (YourVoice)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음성 업로드→학습→공개 infer·공유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개인/권한 음성 기반 AI 보이스 생성·공유에서 운영·보안 경계가 실제 병목이라고 판단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Owner UI 체크포인트, API smoke, RunPod on-demand/GPU 문서화로 운영 검증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Upload→Train→Publish→Infer. JWT vs WORKER_TOKEN, Cloudflare R2, RunPod GPU worker(RVC 등)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WJVOX (YourVoice)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https://github.com/KWwoojin/project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실서비스 인프라 운영 경험. 3–6개월 운영비 약 100–200만 원 규모 체감(자소서)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UI/UX·타이포·프론트 기여 (메인 커밋 협업)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서비스 UX, 보안 경계, GPU 워커 운영 감각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Next.js, Supabase, Cloudflare R2, RunPod, Vercel, Gumi Romance+Pretendard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accent #8E60F6, UNIVERSAL_UI 원칙 적용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[A] bandy (밴드 예약·공연 관리)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게스트 예약·티켓·셋리스트·체크인 — dlwldn4824/band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밴드 공연의 예약(게스트 명단)·티켓·셋리스트·체크인이 엑셀·카톡으로 파편화 — 동아리 실사용 문제로 선택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노을 밴드 동아리 운영진·공연 현장에서 실사용 플로우로 검증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관리자 엑셀 업로드 → 게스트 이름·전화 로그인 → 티켓/셋리스트/공연진/이벤트 대시보드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bandy (밴드 예약·공연 관리)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커밋 320+ 주 기여자. 예약·체크인 단일 웹화. 레포: github.com/dlwldn4824/band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주 기여자 / 풀스택 · 노을 밴드 동아리 운영진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실사용 제품화, 도메인 UX, ownership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 18, TypeScript, Vite, React Router, xlsx, Firebase, Socket.io, QR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인간성·동아리 섹션 핵심 산출물 (조·MT 표기 미사용)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[A] Band Setlist Recommender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552곡 기반 커버곡·믹싱 방향 추천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음역·세션·악기·분위기에 맞는 셋리스트·믹스 팁이 없어 리허설 비용이 큼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오픈소스 실습 기말 — Docker Compose·EC2 배포 체크리스트로 재현성 검증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rule-based Top5 + 곡별 믹싱 가이드. Streamlit UI + FastAPI + Docker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Band Setlist Recommender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https://github.com/dlwldn4824/opensource_final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552곡 데이터셋. AWS EC2 배포 가능한 교육용 프로덕션 형태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개인 저장소 오너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규칙 기반 추천, Docker/EC2, 도메인(밴드) 지식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Streamlit, FastAPI, Docker Compose, AWS EC2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관련: open-source-fastapi-docker CRUD 실습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[A] Temi-Tell-Me / TEMI 스탬프 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전시장 길안내·줄서기·체험 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전시장에서 길 찾기·대기·콘텐츠 선택이 분산되어 방문 경험이 깨짐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CO-SHOW·HCI 수업/여비 신청 맥락의 현장형 과제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TEMI 길안내(18존), QR 줄서기, 필터 포토, 퀴즈·추천. Spring Boot + Claude API 이벤트 추천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Temi-Tell-Me / TEMI 스탬프 랠리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https://github.com/dlwldn4824/TemiTellMe · https://github.com/dlwldn4824/HCI-UX · https://github.com/dlwldn4824/mobile_robot_temi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18존 내비, 8개 줄서기 프로그램 등 현장 스케일 설계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HCI 저장소 오너 · 테미 팀 협업(yyeonseoo/mobile-robot)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HCI/UX 평가, 로봇·모바일 연동, 현장 시나리오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React, Spring Boot, Capacitor/Android, Claude API, Vite, Flutter(temi)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관련: coshow, HCI 저장소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[B] PinTime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캘린더 기반 일정 조율 데모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주간(시간)·월간(여행) 조율과 공유 링크 UX가 분리되어 있어 하나로 묶고자 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서버리스 공유링크 시연 흐름으로 검증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주간 드래그(시간)/월간(여행), 방·링크, busy 마스킹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PinTime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(로컬 대외활동/캘린더)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서버 없이 링크에 방 데이터를 실어 기기 간 시연 가능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개인 주도 데모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캘린더 UX, 인터랙션 디테일, 경량 아키텍처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 19, Vite, Tailwind 4, Lucide, Manrope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pin #3b82f6, sidebar #15181f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[B] Cam-Kit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캠퍼스 하이퍼로컬 소분 공동구매 + 스마트 보관함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1인 가구의 대용량·편의점 고가·배달비·수령 시간 불일치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창업캡스톤 기획 — 타겟·수익모델·하루 5회차 회전 가정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수요조사→모집결제→소분→보관함 수령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Cam-Kit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https://github.com/bhw119/Cam-Kit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편의점 대비 최대 60% 할인(기획 지표). 창업 동아리 경진 장려상 맥락과 연결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팀 프로젝트 참여 (remote bhw119/Cam-Kit)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비즈니스 모델 설계, 하이퍼로컬 기획, 풀스택 스캐폴드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Node/Express, MongoDB, JWT, React+Vite, Zustand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창업캡스톤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[B] 환불원정대 (Refund Ranger)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티몬·위메프 환불 사태 뉴스 분석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환불·민원 뉴스가 파편화되어 여론·토픽을 직관적으로 탐색하기 어려움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키워드·감정·토픽 분석 파이프라인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네트워크/차트 + AI 챗봇 「민심이」(Gemini)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환불원정대 (Refund Ranger)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(로컬 2학년 2학기/정딥/25-team-refund-ranger)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시사 이슈를 데이터 시각화·대화형으로 탐색하는 팀 산출물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팀장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리더십, 텍스트분석, 대시보드 UX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React+Vite, Flask, Gemini, Docker, Nginx, GitHub Actions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정딥 팀 프로젝트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[B] 창의설계 / UMC / 기타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기초·커뮤니티·오픈소스 실습 묶음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왜 선택: 기초 역량·커뮤니티 학습 루프를 끊지 않기 위해 지속적으로 수행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검증: 수업 산출물·실습 체크리스트·배포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솔루션: creative_py_project(Leaflet), UMC 9th_web 포크 작업장, FastAPI Docker CRUD, Open Source Practice/Quiz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창의설계 / UMC / 기타 실습 — 효과 · 역할 ·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https://github.com/dlwldn4824/creative_py_project 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효과/지표: GPA·오픈소스 A+와 연결된 실행 습관. 인스타 회고(@due_study_archive)로 공유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역할: 개인·커뮤니티 학습자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강점: 학습 지속성, 오픈소스 실무 감각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스택: React, Leaflet, FastAPI, Docker, JavaScript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비고: fork/실습 레포 포함 — 포트폴리오 완결성용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4. 인간성은? → 동아리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기술로 커뮤니티를 돕는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NOEUL(노을) 밴드 동아리 — 운영진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공연 예약·체크인·셋리스트를 bandy 웹으로 통합 운영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동아리 Pain을 제품으로 푸는 태도 (내부 조·MT 표기 미사용)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창업 동아리 / 창업캡스톤 — 팀원 · 경진 장려상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Cam-Kit 등 비즈니스·제품 동시 설계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82C"/>
                </a:solidFill>
                <a:latin typeface="Pretendard"/>
                <a:ea typeface="Pretendard"/>
              </a:rPr>
              <a:t>•  장려상 이후에도 회고·개선 루프 유지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5. 리더십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팀장 · 운영진 · 멘토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[HOPE / 정융고능팀 팀장]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UI/UX·게임·콘텐츠 총괄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보조공학·HUSS AI 장려상 후에도 최우수팀 인터뷰·심사기준 재분석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[환불원정대 팀장]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뉴스 분석 대시보드 방향 설정·팀 조율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[노을 밴드 동아리 운영진]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공연 예약·체크인 툴(bandy) 기획·구현·운영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[외부 활동]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2026.07~ LG AIMERS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2026.07~09 KT 희망나눔재단 랜선나눔캠퍼스 대학생 멘토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6282C"/>
                </a:solidFill>
                <a:latin typeface="Pretendard"/>
                <a:ea typeface="Pretendard"/>
              </a:rPr>
              <a:t>•  토스 현직 개발자 커피챗 → ‘문제 정의·지속 개선’ 관점 전환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36B"/>
                </a:solidFill>
                <a:latin typeface="Pretendard"/>
                <a:ea typeface="Pretendard"/>
              </a:rPr>
              <a:t>이지우 · dlwldn4824  ·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0015" y="6446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D9488"/>
                </a:solidFill>
                <a:latin typeface="Pretendard"/>
                <a:ea typeface="Pretendard"/>
              </a:rPr>
              <a:t>WHY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6282C"/>
                </a:solidFill>
                <a:latin typeface="Pretendard"/>
                <a:ea typeface="Pretendard"/>
              </a:rPr>
              <a:t>한 줄로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36B"/>
                </a:solidFill>
                <a:latin typeface="Pretendard"/>
                <a:ea typeface="Pretendard"/>
              </a:rPr>
              <a:t>프로젝트는 결과를 증명하는 과정이 아니라, 다음 프로젝트를 위한 데이터입니다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왜를 묻는다 → 데이터로 검증한다 → 되돌릴 수 없는 곳엔 결정론을 둔다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학업(4.32) · 연구형 검증 · 제품 프로젝트 · 동아리 · 리더십을 한 루프로 돌린다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연락/포트폴리오: GitHub dlwldn4824 · @due_study_archive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82C"/>
                </a:solidFill>
                <a:latin typeface="Pretendard"/>
                <a:ea typeface="Pretendard"/>
              </a:rPr>
              <a:t>•  상세 MD: 포트폴리오_통합.md + projects/*.md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